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109728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2286000"/>
          </a:xfrm>
          <a:prstGeom prst="rect">
            <a:avLst/>
          </a:prstGeom>
          <a:solidFill>
            <a:srgbClr val="1A3170"/>
          </a:solidFill>
          <a:ln w="12700">
            <a:solidFill>
              <a:srgbClr val="1A31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8AAEE0"/>
                </a:solidFill>
              </a:rPr>
              <a:t>HOUSING  ·  DATA  ·  PRIVACY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Price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A step-by-step model for estimating home values · 2,930 homes · Ames, Iowa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Project 2  ·  Vernon T. Cox  ·  santed7  ·  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32688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3268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875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 Are We Trying to Do?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What we are trying to solve and what data we have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93268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32688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3268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9875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How the Model Works — Step by Step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261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the model is organized from start to finish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73736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737360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373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17922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 We Found When We Looked at the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0665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What we discovered when we first looked at the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73736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737360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7373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17922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Testing Our Model: 9 Versions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0665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Testing different versions of our model to find the most accurate one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542032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542032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54203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25968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Feature Selection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28712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Figuring out which home features matter most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542032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542032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54203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25968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Anonymization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28712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Protecting homeowner identities in our results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346704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346704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34670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34015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How We Can Make This Even Better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3675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Ideas for making the project even better in the future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346704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346704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34670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94960" y="34015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Summary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94960" y="3675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quick look back at everything we accomplished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4233672"/>
            <a:ext cx="850392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8AAE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4233672"/>
            <a:ext cx="640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" y="42336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AI Assistance: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Artificial intelligence tools were used to help plan, organize, and build this project — including how it was structured, the code behind it, and this presentation.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RMSPE?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</a:rPr>
              <a:t>Root Mean Squared Percentage Error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665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181051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The model predicts a price for each home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33272" y="2121408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For every home in our dataset, the model takes what it knows and produces an estimated sale price.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82312" y="171907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20665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95544" y="181051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We compare predictions to real prices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95544" y="2121408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Each predicted price is measured against the actual price the home sold for — showing how far off the model was.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7238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198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33272" y="316382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The error is expressed as a percentage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33272" y="347472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Instead of a dollar amount, we use percentages — a 20,000 miss on a 200,000 home counts as 10% error.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82312" y="307238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34198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95544" y="316382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We average and take the square root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95544" y="347472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errors are combined into one number. A lower RMSPE means more accuracy — our best model scored 0.118, or about 11.8% error on average.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Definition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</a:rPr>
              <a:t>2,930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EE0"/>
                </a:solidFill>
              </a:rPr>
              <a:t>homes in 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EE0"/>
                </a:solidFill>
              </a:rPr>
              <a:t>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960120"/>
            <a:ext cx="2651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</a:rPr>
              <a:t>82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16276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EE0"/>
                </a:solidFill>
              </a:rPr>
              <a:t>different things we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EE0"/>
                </a:solidFill>
              </a:rPr>
              <a:t>know about each home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960120"/>
            <a:ext cx="2651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</a:rPr>
              <a:t>RMSPE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83680" y="16276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EE0"/>
                </a:solidFill>
              </a:rPr>
              <a:t>our accuracy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EE0"/>
                </a:solidFill>
              </a:rPr>
              <a:t>goal: predict price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The Problem We Are Solving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8412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9260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Traditional home appraisals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are done by hand — they take time, cost money, and people make mistakes. This project builds a model that: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  Estimates a home's sale price based on its features and location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  Focuses on the most useful information to avoid over-complicating the prediction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  Protects homeowner privacy before sharing any results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Our Model Works — Step by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1078992" cy="10058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44168" y="1472184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4752" y="1005840"/>
            <a:ext cx="1078992" cy="10058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4475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Explore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1472184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005840"/>
            <a:ext cx="1078992" cy="10058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3347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21608" y="1472184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22192" y="1005840"/>
            <a:ext cx="1078992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2219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Models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10328" y="1472184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10912" y="1005840"/>
            <a:ext cx="10789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1091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5: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Pick Best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99048" y="1472184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1005840"/>
            <a:ext cx="1078992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9963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6: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87768" y="1472184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1005840"/>
            <a:ext cx="1078992" cy="10058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8835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7: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Protect Privacy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51776" y="969264"/>
            <a:ext cx="1152144" cy="1078992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9333E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65760" y="2194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Important Choices We Made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56032" y="2542032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542032"/>
            <a:ext cx="64008" cy="12344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Original data kept safe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" y="288950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 always worked on a copy — the original data was never changed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2542032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542032"/>
            <a:ext cx="64008" cy="12344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Prices adjusted for better math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06040" y="288950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Home prices vary a lot, so we adjusted the numbers to make predictions more accurate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81728" y="2542032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81728" y="2542032"/>
            <a:ext cx="64008" cy="12344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Chosen to handle unusual prices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18888" y="288950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Some homes had extreme prices, so we used a method that is not thrown off by outliers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94576" y="2542032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94576" y="2542032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Best version of our model chosen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31736" y="288950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Keeps all useful home features in the model while reducing noise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Exploratory Data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4AB7"/>
                </a:solidFill>
              </a:rPr>
              <a:t>What We Noticed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54864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075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Most homes are moderately priced, but a few very expensive homes skew the averages — so we adjusted for that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54864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659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Overall quality and total living area are the biggest drivers of price — more than anything else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78608"/>
            <a:ext cx="54864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243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Location matters enormously — the same house can be worth very different amounts in different neighborhoods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236976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36976"/>
            <a:ext cx="54864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2826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 few unusually large homes were found — we made sure our model was not fooled by them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895344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95344"/>
            <a:ext cx="54864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94106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Some home details were missing — we filled gaps using the most common or middle values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914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</a:rPr>
              <a:t>Which Home Features Are Most Linked to Price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42646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OverallQual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1426464"/>
            <a:ext cx="2592324" cy="3200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18804" y="14264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0.81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0848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GrLivArea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084832"/>
            <a:ext cx="2272284" cy="3200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98764" y="2084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0.71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743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GarageCars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2743200"/>
            <a:ext cx="2048256" cy="3200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74736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0.64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4015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TotalBsmtSF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3401568"/>
            <a:ext cx="1952244" cy="3200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78724" y="34015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0.61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05993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1stFlrSF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4059936"/>
            <a:ext cx="1920240" cy="3200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4059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0.60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Finding the Most Accurate Version of Our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74520" y="914400"/>
            <a:ext cx="2011680" cy="4114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0" y="914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Method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(standard)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0" y="914400"/>
            <a:ext cx="20116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914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 2 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(outlier-safe)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914400"/>
            <a:ext cx="2011680" cy="4114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914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Method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(0-1 scale)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417320"/>
            <a:ext cx="1508760" cy="74980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1732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Basic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(straight line)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331720"/>
            <a:ext cx="150876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33172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Smart Model 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(balanced)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3246120"/>
            <a:ext cx="1508760" cy="74980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24612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Selective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(trims extras)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74520" y="14173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74520" y="14173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0.148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0" y="14173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0" y="14173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0.132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14173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14173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0.151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74520" y="23317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74520" y="23317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0.141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0" y="2331720"/>
            <a:ext cx="2011680" cy="749808"/>
          </a:xfrm>
          <a:prstGeom prst="rect">
            <a:avLst/>
          </a:prstGeom>
          <a:solidFill>
            <a:srgbClr val="ECFDF5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0" y="23317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0.118 ★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5080" y="23317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23317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0.129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874520" y="32461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874520" y="32461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0.149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14800" y="32461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0" y="32461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0.126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55080" y="32461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55080" y="32461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0.139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6032" y="4160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★ Best result — confirmed by testing each version of the model on 5 different portions of the data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Which Home Features Actually Matter?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605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We Narrowed Down the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Think of it like packing a suitcase with a strict weight limit:
</a:t>
            </a:r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    Only the most useful items make the cut.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The computer automatically drops home details that do not help predict price — keeping only what truly matters.
</a:t>
            </a:r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Project goal: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 use as few home features as possible while still predicting prices accurately.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160520" cy="411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14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Home Features That Made the Cut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20116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417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Overall quality rating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728216"/>
            <a:ext cx="20116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7282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Total living area (sq ft)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039112"/>
            <a:ext cx="20116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039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Garage capacity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50008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350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Basement size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660904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2660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Year built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2971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Neighborhood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282696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3282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Exterior quality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93592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593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Main floor size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904488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39044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Finished basement area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4215384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42153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Full bathrooms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Protecting Homeowner Privacy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64008" cy="77724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Once we finish predicting prices, we remove all personal details before sharing results with anyone. This step makes sure no one can figure out whose home is whose.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1965960"/>
            <a:ext cx="457200" cy="4572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25146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Remove Personal Details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Delete names, addresses, and any other details that could identify who owns a home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18104" y="2212848"/>
            <a:ext cx="91440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2" y="187452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70832" y="1965960"/>
            <a:ext cx="457200" cy="457200"/>
          </a:xfrm>
          <a:prstGeom prst="ellipse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Give Each Home a Code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64992" y="29260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Each home gets a simple label like Home_001, Home_002 — so data stays organized without revealing anyone's identity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25896" y="2212848"/>
            <a:ext cx="91440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35624" y="187452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78624" y="196596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45352" y="25146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Share Results Safely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72784" y="29260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final file only includes the home's features, our predicted price, and a code number — nothing personal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5262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df_anon = df_output.drop(columns=pii_cols).assign(ClientID=[f"Client_{i+1:03d}" for i in range(len(df_output))])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Needs &amp; Extensions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14400"/>
            <a:ext cx="64008" cy="12344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02152" y="987552"/>
            <a:ext cx="886968" cy="2560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98755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0624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Upgrade to more powerful models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" y="12984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Test more advanced models — like combining several models together — to get even more accurate price predictions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64008" cy="12344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987552"/>
            <a:ext cx="88696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98755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Features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73752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Find smarter combinations of home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3752" y="12984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Explore whether combining home features together — like size multiplied by quality — leads to better predictions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2860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286000"/>
            <a:ext cx="64008" cy="12344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02152" y="2359152"/>
            <a:ext cx="886968" cy="25603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35915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Privacy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0624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Build a permanent privacy protection tool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" y="26700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Create a reusable, tested tool that automatically removes personal details every time results are shared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2860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86000"/>
            <a:ext cx="64008" cy="12344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2359152"/>
            <a:ext cx="886968" cy="2560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235915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Validation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73752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Test on homes outside of Ames, Iowa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26700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See whether our model works just as well on homes from other cities — not just Ames, Iowa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6576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365760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02152" y="3730752"/>
            <a:ext cx="8869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373075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Optimization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20624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Fine-tune the model settings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" y="40416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Systematically test more model settings to squeeze out better accuracy — we have only scratched the surface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6576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657600"/>
            <a:ext cx="6400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3730752"/>
            <a:ext cx="886968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373075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Deployment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73752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Build a simple tool anyone can use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73752" y="40416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Create a simple website where anyone can type in a home's details and instantly get a predicted price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A3170"/>
          </a:solidFill>
          <a:ln w="12700">
            <a:solidFill>
              <a:srgbClr val="1A31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Summary — What We Accomplished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71323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1887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2,930 homes from Ames, Iowa · 82 things we knew about each home · goal was to predict price as accurately as possible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71323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7830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7 clear steps: get the data → explore it → clean it → build the model → pick the best version → predict prices → protect privacy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71323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377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Our best model was tested 5 different ways to make sure it really works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971800"/>
            <a:ext cx="71323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29718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We kept only the home features that truly matter — no unnecessary information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566160"/>
            <a:ext cx="71323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661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5661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All personal homeowner details are removed before any results are shared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160520"/>
            <a:ext cx="71323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605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4160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Next steps: upgrade the model, fine-tune its settings, and build a tool anyone can use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A3170"/>
          </a:solidFill>
          <a:ln w="12700">
            <a:solidFill>
              <a:srgbClr val="1A31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840480"/>
            <a:ext cx="2560320" cy="13030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365760"/>
            <a:ext cx="1463040" cy="146304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3657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D9488"/>
                </a:solidFill>
              </a:rPr>
              <a:t>?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Thank you for your time.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754880"/>
            <a:ext cx="83210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  ·  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2: Housing Price Prediction</dc:title>
  <dc:subject>PptxGenJS Presentation</dc:subject>
  <dc:creator>PptxGenJS</dc:creator>
  <cp:lastModifiedBy>PptxGenJS</cp:lastModifiedBy>
  <cp:revision>1</cp:revision>
  <dcterms:created xsi:type="dcterms:W3CDTF">2026-04-14T22:37:01Z</dcterms:created>
  <dcterms:modified xsi:type="dcterms:W3CDTF">2026-04-14T22:37:01Z</dcterms:modified>
</cp:coreProperties>
</file>